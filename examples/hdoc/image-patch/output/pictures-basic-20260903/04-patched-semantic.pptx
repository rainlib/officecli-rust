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theme" Target="theme/theme1.xml"/>
  <Relationship Id="rId2" Type="http://schemas.openxmlformats.org/officeDocument/2006/relationships/slide" Target="slides/slide1.xml"/>
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s/_rels/slide1.xml.rels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/Relationships>
</file>

<file path=ppt/slides/_rels/slide2.xml.rels><Relationships xmlns="http://schemas.openxmlformats.org/package/2006/relationships"><Relationship Id="rId1" Type="http://schemas.openxmlformats.org/officeDocument/2006/relationships/image" Target="../media/image3.png"/></Relationships>
</file>

<file path=ppt/slides/_rels/slide3.xml.rels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/Relationships>
</file>

<file path=ppt/slides/_rels/slide4.xml.rels>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/Relationships>
</file>

<file path=ppt/slides/_rels/slide5.xml.rels><Relationships xmlns="http://schemas.openxmlformats.org/package/2006/relationships"><Relationship Id="rId1" Type="http://schemas.openxmlformats.org/officeDocument/2006/relationships/image" Target="../media/image8.png"/></Relationships>
</file>

<file path=ppt/slides/_rels/slide6.xml.rels>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/Relationships>
</file>

<file path=ppt/slides/_rels/slide7.xml.rels>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/Relationships>
</file>

<file path=ppt/slides/_rels/slide8.xml.rels>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/Relationships>
</file>

<file path=ppt/slides/_rels/slide9.xml.rels>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/Relationships>
</file>

<file path=ppt/slides/_rels/slide10.xml.rels><Relationships xmlns="http://schemas.openxmlformats.org/package/2006/relationships"><Relationship Id="rId1" Type="http://schemas.openxmlformats.org/officeDocument/2006/relationships/image" Target="../media/image17.png"/></Relationships>
</file>

<file path=ppt/slides/_rels/slide11.xml.rels>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/Relationships>
</file>

<file path=ppt/slides/_rels/slide12.xml.rels>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/Relationships>
</file>

<file path=ppt/slides/_rels/slide13.xml.rels>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/Relationships>
</file>

<file path=ppt/slides/_rels/slide14.xml.rels>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1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Three ways to supply src= (file path / data-URI)
src=&lt;file path&gt;
src=data:image/png;base64,...</a:t>
            </a:r>
          </a:p>
        </p:txBody>
      </p:sp>
      <p:pic>
        <p:nvPicPr>
          <p:cNvPr id="3" name="HCD Image 1" descr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57200"/>
            <a:ext cx="4572000" cy="2743200"/>
          </a:xfrm>
          <a:prstGeom prst="rect">
            <a:avLst/>
          </a:prstGeom>
        </p:spPr>
      </p:pic>
      <p:pic>
        <p:nvPicPr>
          <p:cNvPr id="4" name="HCD Imag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8720"/>
            <a:ext cx="3200400" cy="23774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2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src=&lt;file path&gt; + name="hero-photo"</a:t>
            </a:r>
          </a:p>
        </p:txBody>
      </p:sp>
      <p:pic>
        <p:nvPicPr>
          <p:cNvPr id="3" name="HCD Image 3" descr="hero-phot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188720"/>
            <a:ext cx="3200400" cy="23774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3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Crop — symmetric / vertical,horizontal / per-edge
original (no crop)
crop=20 (20% off each edge)</a:t>
            </a:r>
          </a:p>
        </p:txBody>
      </p:sp>
      <p:pic>
        <p:nvPicPr>
          <p:cNvPr id="3" name="HCD Image 4" descr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743200" cy="2011680"/>
          </a:xfrm>
          <a:prstGeom prst="rect">
            <a:avLst/>
          </a:prstGeom>
        </p:spPr>
      </p:pic>
      <p:pic>
        <p:nvPicPr>
          <p:cNvPr id="4" name="HCD Image 5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188720"/>
            <a:ext cx="2743200" cy="201168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4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crop=10,30 (10% top/bot, 30% left/right)
cropLeft=25 + cropTop=25</a:t>
            </a:r>
          </a:p>
        </p:txBody>
      </p:sp>
      <p:pic>
        <p:nvPicPr>
          <p:cNvPr id="3" name="HCD Image 6" descr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188720"/>
            <a:ext cx="2743200" cy="2011680"/>
          </a:xfrm>
          <a:prstGeom prst="rect">
            <a:avLst/>
          </a:prstGeom>
        </p:spPr>
      </p:pic>
      <p:pic>
        <p:nvPicPr>
          <p:cNvPr id="4" name="HCD Image 7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31920"/>
            <a:ext cx="2743200" cy="201168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5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crop=5,10,40,20 (L,T,R,B)</a:t>
            </a:r>
          </a:p>
        </p:txBody>
      </p:sp>
      <p:pic>
        <p:nvPicPr>
          <p:cNvPr id="3" name="HCD Image 8" descr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3931920"/>
            <a:ext cx="2743200" cy="201168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6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Rotation — degrees clockwise
rotation=0
rotation=30</a:t>
            </a:r>
          </a:p>
        </p:txBody>
      </p:sp>
      <p:pic>
        <p:nvPicPr>
          <p:cNvPr id="3" name="HCD Image 9" descr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2743200" cy="2011680"/>
          </a:xfrm>
          <a:prstGeom prst="rect">
            <a:avLst/>
          </a:prstGeom>
        </p:spPr>
      </p:pic>
      <p:pic>
        <p:nvPicPr>
          <p:cNvPr id="4" name="HCD Image 10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2743200" cy="201168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7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rotation=90
rotation=180</a:t>
            </a:r>
          </a:p>
        </p:txBody>
      </p:sp>
      <p:pic>
        <p:nvPicPr>
          <p:cNvPr id="3" name="HCD Image 11" descr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2743200" cy="2011680"/>
          </a:xfrm>
          <a:prstGeom prst="rect">
            <a:avLst/>
          </a:prstGeom>
        </p:spPr>
      </p:pic>
      <p:pic>
        <p:nvPicPr>
          <p:cNvPr id="4" name="HCD Image 12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0"/>
            <a:ext cx="2743200" cy="201168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8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rotation=270
rotation=-45</a:t>
            </a:r>
          </a:p>
        </p:txBody>
      </p:sp>
      <p:pic>
        <p:nvPicPr>
          <p:cNvPr id="3" name="HCD Image 13" descr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114800"/>
            <a:ext cx="2743200" cy="2011680"/>
          </a:xfrm>
          <a:prstGeom prst="rect">
            <a:avLst/>
          </a:prstGeom>
        </p:spPr>
      </p:pic>
      <p:pic>
        <p:nvPicPr>
          <p:cNvPr id="4" name="HCD Image 14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114800"/>
            <a:ext cx="2743200" cy="201168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9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Clickable Pictures — link= and tooltip=
link=https://example.com
link=slide[1] (jump to slide 1)</a:t>
            </a:r>
          </a:p>
        </p:txBody>
      </p:sp>
      <p:pic>
        <p:nvPicPr>
          <p:cNvPr id="3" name="HCD Image 15" descr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200400" cy="2377440"/>
          </a:xfrm>
          <a:prstGeom prst="rect">
            <a:avLst/>
          </a:prstGeom>
        </p:spPr>
      </p:pic>
      <p:pic>
        <p:nvPicPr>
          <p:cNvPr id="4" name="HCD Image 16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3200400" cy="23774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10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link=nextslide (named action)</a:t>
            </a:r>
          </a:p>
        </p:txBody>
      </p:sp>
      <p:pic>
        <p:nvPicPr>
          <p:cNvPr id="3" name="HCD Image 17" descr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3200400" cy="23774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11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Picture effects (Set-only) — brightness / contrast / glow / shadow
(reference)
brightness=40</a:t>
            </a:r>
          </a:p>
        </p:txBody>
      </p:sp>
      <p:pic>
        <p:nvPicPr>
          <p:cNvPr id="3" name="HCD Image 18" descr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560320" cy="1920240"/>
          </a:xfrm>
          <a:prstGeom prst="rect">
            <a:avLst/>
          </a:prstGeom>
        </p:spPr>
      </p:pic>
      <p:pic>
        <p:nvPicPr>
          <p:cNvPr id="4" name="HCD Image 19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97280"/>
            <a:ext cx="2560320" cy="192024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12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contrast=-30
brightness=-20 + contrast=40</a:t>
            </a:r>
          </a:p>
        </p:txBody>
      </p:sp>
      <p:pic>
        <p:nvPicPr>
          <p:cNvPr id="3" name="HCD Image 20" descr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097280"/>
            <a:ext cx="2560320" cy="1920240"/>
          </a:xfrm>
          <a:prstGeom prst="rect">
            <a:avLst/>
          </a:prstGeom>
        </p:spPr>
      </p:pic>
      <p:pic>
        <p:nvPicPr>
          <p:cNvPr id="4" name="HCD Image 21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097280"/>
            <a:ext cx="2560320" cy="1920240"/>
          </a:xfrm>
          <a:prstGeom prst="rect">
            <a:avLst/>
          </a:prstGeom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13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glow=FFD700-12-75
shadow=000000-10-45-6-50</a:t>
            </a:r>
          </a:p>
        </p:txBody>
      </p:sp>
      <p:pic>
        <p:nvPicPr>
          <p:cNvPr id="3" name="HCD Image 22" descr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0"/>
            <a:ext cx="2560320" cy="1920240"/>
          </a:xfrm>
          <a:prstGeom prst="rect">
            <a:avLst/>
          </a:prstGeom>
        </p:spPr>
      </p:pic>
      <p:pic>
        <p:nvPicPr>
          <p:cNvPr id="4" name="HCD Image 23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3840480"/>
            <a:ext cx="2560320" cy="1920240"/>
          </a:xfrm>
          <a:prstGeom prst="rect">
            <a:avLst/>
          </a:prstGeom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14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cropRight=25 + cropBottom=15
trimmed + bright + contrast + glow + shadow</a:t>
            </a:r>
          </a:p>
        </p:txBody>
      </p:sp>
      <p:pic>
        <p:nvPicPr>
          <p:cNvPr id="3" name="HCD Image 24" descr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3840480"/>
            <a:ext cx="2560320" cy="1920240"/>
          </a:xfrm>
          <a:prstGeom prst="rect">
            <a:avLst/>
          </a:prstGeom>
        </p:spPr>
      </p:pic>
      <p:pic>
        <p:nvPicPr>
          <p:cNvPr id="4" name="HCD Image 25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3840480"/>
            <a:ext cx="2560320" cy="19202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