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2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theme" Target="theme/theme1.xml"/>
  <Relationship Id="rId2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1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OfficeCLI HCD 文本输入示例
客户账号：Secret 789
联系电话：13800138000
该文件用于验证 TXT → HCD → DOCX/XLSX/PPTX/PDF 的纯 Rust 语义链路。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