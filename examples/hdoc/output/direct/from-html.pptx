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2"/>
    <p:sldId id="257" r:id="rId3"/>
    <p:sldId id="258" r:id="rId4"/>
    <p:sldId id="259" r:id="rId5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theme" Target="theme/theme1.xml"/>
  <Relationship Id="rId2" Type="http://schemas.openxmlformats.org/officeDocument/2006/relationships/slide" Target="slides/slide1.xml"/>
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1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智能脱敏服务转换验收
客户账号：Secret 123，中文内容（Unicode）
联系电话：13800138000；邮箱：alice@example.com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2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功能清单
1. 文档转换为安全 canonical HTML
2. 通过稳定 nodeId 提交脱敏 patch
3. 从 HCD revision 导出 DOCX、XLSX、PPTX 和 PDF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3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账户明细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HCD Table rows 2-3 columns 1-3"/>
          <p:cNvGraphicFramePr>
            <a:graphicFrameLocks noGrp="1"/>
          </p:cNvGraphicFramePr>
          <p:nvPr/>
        </p:nvGraphicFramePr>
        <p:xfrm>
          <a:off x="457200" y="685800"/>
          <a:ext cx="8229600" cy="960120"/>
        </p:xfrm>
        <a:graphic>
          <a:graphicData uri="http://schemas.openxmlformats.org/drawingml/2006/table">
            <a:tbl>
              <a:tblPr firstRow="1" bandRow="1">
                <a:tableStyleId>{5940675A-B579-4CD6-9FD5-AB1180B14A42}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/>
                        <a:t>姓名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账号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状态</a:t>
                      </a:r>
                    </a:p>
                  </a:txBody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/>
                        <a:t>张三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6222020012345678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正常</a:t>
                      </a:r>
                    </a:p>
                  </a:txBody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/>
                        <a:t>李四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Secret 456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待处理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